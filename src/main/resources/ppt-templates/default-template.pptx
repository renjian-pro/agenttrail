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text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标题占位符</a:t>
            </a:r>
          </a:p>
        </p:txBody>
      </p:sp>
      <p:grpSp>
        <p:nvGrpSpPr>
          <p:cNvPr id="4" name="info_group"/>
          <p:cNvGrpSpPr/>
          <p:nvPr/>
        </p:nvGrpSpPr>
        <p:grpSpPr>
          <a:xfrm>
            <a:off x="457200" y="1554480"/>
            <a:ext cx="8229600" cy="731520"/>
            <a:chOff x="457200" y="1554480"/>
            <a:chExt cx="8229600" cy="731520"/>
          </a:xfrm>
        </p:grpSpPr>
        <p:sp>
          <p:nvSpPr>
            <p:cNvPr id="3" name="subtitle_text"/>
            <p:cNvSpPr txBox="1"/>
            <p:nvPr/>
          </p:nvSpPr>
          <p:spPr>
            <a:xfrm>
              <a:off x="457200" y="1554480"/>
              <a:ext cx="8229600" cy="7315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000"/>
                <a:t>副标题占位符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_title_text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内容页标题占位符</a:t>
            </a:r>
          </a:p>
        </p:txBody>
      </p:sp>
      <p:sp>
        <p:nvSpPr>
          <p:cNvPr id="3" name="slide_body_text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正文占位符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